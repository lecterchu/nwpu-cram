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9144000" cy="6858000" type="screen4x3"/>
  <p:notesSz cx="6858000" cy="9144000"/>
  <p:custDataLst>
    <p:tags r:id="rId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02"/>
    <a:srgbClr val="1929FF"/>
    <a:srgbClr val="DC3A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175"/>
    <p:restoredTop sz="90929"/>
  </p:normalViewPr>
  <p:slideViewPr>
    <p:cSldViewPr showGuides="1">
      <p:cViewPr varScale="1">
        <p:scale>
          <a:sx n="69" d="100"/>
          <a:sy n="69" d="100"/>
        </p:scale>
        <p:origin x="62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B1FF55-17BC-4252-A9E1-27EA38E76DB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8D15A-A748-48D4-B502-5758BBF74305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60" name="Freeform 3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>
                <a:cxn ang="0">
                  <a:pos x="0" y="450"/>
                </a:cxn>
                <a:cxn ang="0">
                  <a:pos x="3" y="0"/>
                </a:cxn>
                <a:cxn ang="0">
                  <a:pos x="5763" y="0"/>
                </a:cxn>
                <a:cxn ang="0">
                  <a:pos x="5763" y="465"/>
                </a:cxn>
                <a:cxn ang="0">
                  <a:pos x="4821" y="477"/>
                </a:cxn>
                <a:cxn ang="0">
                  <a:pos x="4326" y="447"/>
                </a:cxn>
                <a:cxn ang="0">
                  <a:pos x="3783" y="465"/>
                </a:cxn>
                <a:cxn ang="0">
                  <a:pos x="3417" y="456"/>
                </a:cxn>
                <a:cxn ang="0">
                  <a:pos x="2973" y="459"/>
                </a:cxn>
                <a:cxn ang="0">
                  <a:pos x="2451" y="453"/>
                </a:cxn>
                <a:cxn ang="0">
                  <a:pos x="2289" y="441"/>
                </a:cxn>
                <a:cxn ang="0">
                  <a:pos x="2010" y="453"/>
                </a:cxn>
                <a:cxn ang="0">
                  <a:pos x="1827" y="450"/>
                </a:cxn>
                <a:cxn ang="0">
                  <a:pos x="1215" y="465"/>
                </a:cxn>
                <a:cxn ang="0">
                  <a:pos x="660" y="456"/>
                </a:cxn>
                <a:cxn ang="0">
                  <a:pos x="0" y="450"/>
                </a:cxn>
              </a:cxnLst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Freeform 4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>
                <a:cxn ang="0">
                  <a:pos x="8" y="190"/>
                </a:cxn>
                <a:cxn ang="0">
                  <a:pos x="71" y="115"/>
                </a:cxn>
                <a:cxn ang="0">
                  <a:pos x="203" y="16"/>
                </a:cxn>
                <a:cxn ang="0">
                  <a:pos x="251" y="19"/>
                </a:cxn>
                <a:cxn ang="0">
                  <a:pos x="236" y="46"/>
                </a:cxn>
                <a:cxn ang="0">
                  <a:pos x="176" y="82"/>
                </a:cxn>
                <a:cxn ang="0">
                  <a:pos x="92" y="154"/>
                </a:cxn>
                <a:cxn ang="0">
                  <a:pos x="23" y="247"/>
                </a:cxn>
                <a:cxn ang="0">
                  <a:pos x="8" y="190"/>
                </a:cxn>
              </a:cxnLst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0" y="453"/>
                </a:cxn>
                <a:cxn ang="0">
                  <a:pos x="72" y="324"/>
                </a:cxn>
                <a:cxn ang="0">
                  <a:pos x="198" y="201"/>
                </a:cxn>
                <a:cxn ang="0">
                  <a:pos x="366" y="102"/>
                </a:cxn>
                <a:cxn ang="0">
                  <a:pos x="531" y="36"/>
                </a:cxn>
                <a:cxn ang="0">
                  <a:pos x="609" y="0"/>
                </a:cxn>
                <a:cxn ang="0">
                  <a:pos x="708" y="3"/>
                </a:cxn>
                <a:cxn ang="0">
                  <a:pos x="591" y="66"/>
                </a:cxn>
                <a:cxn ang="0">
                  <a:pos x="417" y="126"/>
                </a:cxn>
                <a:cxn ang="0">
                  <a:pos x="237" y="231"/>
                </a:cxn>
                <a:cxn ang="0">
                  <a:pos x="117" y="345"/>
                </a:cxn>
                <a:cxn ang="0">
                  <a:pos x="51" y="459"/>
                </a:cxn>
                <a:cxn ang="0">
                  <a:pos x="0" y="453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3" name="Freeform 6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>
                <a:cxn ang="0">
                  <a:pos x="21" y="163"/>
                </a:cxn>
                <a:cxn ang="0">
                  <a:pos x="9" y="184"/>
                </a:cxn>
                <a:cxn ang="0">
                  <a:pos x="75" y="103"/>
                </a:cxn>
                <a:cxn ang="0">
                  <a:pos x="165" y="28"/>
                </a:cxn>
                <a:cxn ang="0">
                  <a:pos x="207" y="7"/>
                </a:cxn>
                <a:cxn ang="0">
                  <a:pos x="246" y="4"/>
                </a:cxn>
                <a:cxn ang="0">
                  <a:pos x="237" y="34"/>
                </a:cxn>
                <a:cxn ang="0">
                  <a:pos x="183" y="61"/>
                </a:cxn>
                <a:cxn ang="0">
                  <a:pos x="108" y="124"/>
                </a:cxn>
                <a:cxn ang="0">
                  <a:pos x="54" y="190"/>
                </a:cxn>
                <a:cxn ang="0">
                  <a:pos x="6" y="184"/>
                </a:cxn>
              </a:cxnLst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Freeform 7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5" y="36"/>
                </a:cxn>
                <a:cxn ang="0">
                  <a:pos x="6" y="60"/>
                </a:cxn>
                <a:cxn ang="0">
                  <a:pos x="36" y="69"/>
                </a:cxn>
                <a:cxn ang="0">
                  <a:pos x="87" y="42"/>
                </a:cxn>
                <a:cxn ang="0">
                  <a:pos x="159" y="0"/>
                </a:cxn>
                <a:cxn ang="0">
                  <a:pos x="99" y="0"/>
                </a:cxn>
              </a:cxnLst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8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>
                <a:cxn ang="0">
                  <a:pos x="395" y="0"/>
                </a:cxn>
                <a:cxn ang="0">
                  <a:pos x="338" y="48"/>
                </a:cxn>
                <a:cxn ang="0">
                  <a:pos x="242" y="102"/>
                </a:cxn>
                <a:cxn ang="0">
                  <a:pos x="104" y="147"/>
                </a:cxn>
                <a:cxn ang="0">
                  <a:pos x="35" y="168"/>
                </a:cxn>
                <a:cxn ang="0">
                  <a:pos x="8" y="192"/>
                </a:cxn>
                <a:cxn ang="0">
                  <a:pos x="8" y="213"/>
                </a:cxn>
                <a:cxn ang="0">
                  <a:pos x="59" y="213"/>
                </a:cxn>
                <a:cxn ang="0">
                  <a:pos x="86" y="192"/>
                </a:cxn>
                <a:cxn ang="0">
                  <a:pos x="173" y="159"/>
                </a:cxn>
                <a:cxn ang="0">
                  <a:pos x="299" y="126"/>
                </a:cxn>
                <a:cxn ang="0">
                  <a:pos x="392" y="72"/>
                </a:cxn>
                <a:cxn ang="0">
                  <a:pos x="455" y="0"/>
                </a:cxn>
                <a:cxn ang="0">
                  <a:pos x="395" y="0"/>
                </a:cxn>
              </a:cxnLst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Freeform 9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4" y="11"/>
                </a:cxn>
                <a:cxn ang="0">
                  <a:pos x="156" y="2"/>
                </a:cxn>
                <a:cxn ang="0">
                  <a:pos x="288" y="23"/>
                </a:cxn>
                <a:cxn ang="0">
                  <a:pos x="384" y="53"/>
                </a:cxn>
                <a:cxn ang="0">
                  <a:pos x="411" y="74"/>
                </a:cxn>
                <a:cxn ang="0">
                  <a:pos x="405" y="104"/>
                </a:cxn>
                <a:cxn ang="0">
                  <a:pos x="363" y="101"/>
                </a:cxn>
                <a:cxn ang="0">
                  <a:pos x="294" y="77"/>
                </a:cxn>
                <a:cxn ang="0">
                  <a:pos x="174" y="50"/>
                </a:cxn>
                <a:cxn ang="0">
                  <a:pos x="72" y="62"/>
                </a:cxn>
                <a:cxn ang="0">
                  <a:pos x="36" y="59"/>
                </a:cxn>
                <a:cxn ang="0">
                  <a:pos x="0" y="11"/>
                </a:cxn>
              </a:cxnLst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Freeform 10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12" y="24"/>
                </a:cxn>
                <a:cxn ang="0">
                  <a:pos x="114" y="54"/>
                </a:cxn>
                <a:cxn ang="0">
                  <a:pos x="240" y="117"/>
                </a:cxn>
                <a:cxn ang="0">
                  <a:pos x="333" y="153"/>
                </a:cxn>
                <a:cxn ang="0">
                  <a:pos x="438" y="219"/>
                </a:cxn>
                <a:cxn ang="0">
                  <a:pos x="426" y="192"/>
                </a:cxn>
                <a:cxn ang="0">
                  <a:pos x="441" y="180"/>
                </a:cxn>
                <a:cxn ang="0">
                  <a:pos x="519" y="216"/>
                </a:cxn>
                <a:cxn ang="0">
                  <a:pos x="450" y="162"/>
                </a:cxn>
                <a:cxn ang="0">
                  <a:pos x="381" y="135"/>
                </a:cxn>
                <a:cxn ang="0">
                  <a:pos x="285" y="84"/>
                </a:cxn>
                <a:cxn ang="0">
                  <a:pos x="186" y="18"/>
                </a:cxn>
                <a:cxn ang="0">
                  <a:pos x="123" y="0"/>
                </a:cxn>
                <a:cxn ang="0">
                  <a:pos x="42" y="0"/>
                </a:cxn>
              </a:cxnLst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11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>
                <a:cxn ang="0">
                  <a:pos x="6" y="38"/>
                </a:cxn>
                <a:cxn ang="0">
                  <a:pos x="9" y="20"/>
                </a:cxn>
                <a:cxn ang="0">
                  <a:pos x="42" y="2"/>
                </a:cxn>
                <a:cxn ang="0">
                  <a:pos x="90" y="35"/>
                </a:cxn>
                <a:cxn ang="0">
                  <a:pos x="189" y="89"/>
                </a:cxn>
                <a:cxn ang="0">
                  <a:pos x="288" y="140"/>
                </a:cxn>
                <a:cxn ang="0">
                  <a:pos x="375" y="176"/>
                </a:cxn>
                <a:cxn ang="0">
                  <a:pos x="396" y="176"/>
                </a:cxn>
                <a:cxn ang="0">
                  <a:pos x="429" y="212"/>
                </a:cxn>
                <a:cxn ang="0">
                  <a:pos x="408" y="233"/>
                </a:cxn>
                <a:cxn ang="0">
                  <a:pos x="333" y="212"/>
                </a:cxn>
                <a:cxn ang="0">
                  <a:pos x="186" y="143"/>
                </a:cxn>
                <a:cxn ang="0">
                  <a:pos x="48" y="68"/>
                </a:cxn>
                <a:cxn ang="0">
                  <a:pos x="6" y="38"/>
                </a:cxn>
              </a:cxnLst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Freeform 12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>
                <a:cxn ang="0">
                  <a:pos x="2" y="9"/>
                </a:cxn>
                <a:cxn ang="0">
                  <a:pos x="53" y="66"/>
                </a:cxn>
                <a:cxn ang="0">
                  <a:pos x="176" y="132"/>
                </a:cxn>
                <a:cxn ang="0">
                  <a:pos x="293" y="189"/>
                </a:cxn>
                <a:cxn ang="0">
                  <a:pos x="341" y="222"/>
                </a:cxn>
                <a:cxn ang="0">
                  <a:pos x="377" y="219"/>
                </a:cxn>
                <a:cxn ang="0">
                  <a:pos x="377" y="180"/>
                </a:cxn>
                <a:cxn ang="0">
                  <a:pos x="260" y="126"/>
                </a:cxn>
                <a:cxn ang="0">
                  <a:pos x="113" y="51"/>
                </a:cxn>
                <a:cxn ang="0">
                  <a:pos x="41" y="9"/>
                </a:cxn>
                <a:cxn ang="0">
                  <a:pos x="2" y="9"/>
                </a:cxn>
              </a:cxnLst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Freeform 13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105" y="97"/>
                </a:cxn>
                <a:cxn ang="0">
                  <a:pos x="243" y="178"/>
                </a:cxn>
                <a:cxn ang="0">
                  <a:pos x="357" y="217"/>
                </a:cxn>
                <a:cxn ang="0">
                  <a:pos x="498" y="214"/>
                </a:cxn>
                <a:cxn ang="0">
                  <a:pos x="468" y="187"/>
                </a:cxn>
                <a:cxn ang="0">
                  <a:pos x="309" y="136"/>
                </a:cxn>
                <a:cxn ang="0">
                  <a:pos x="123" y="34"/>
                </a:cxn>
                <a:cxn ang="0">
                  <a:pos x="3" y="10"/>
                </a:cxn>
              </a:cxnLst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Freeform 14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>
                <a:cxn ang="0">
                  <a:pos x="69" y="60"/>
                </a:cxn>
                <a:cxn ang="0">
                  <a:pos x="12" y="42"/>
                </a:cxn>
                <a:cxn ang="0">
                  <a:pos x="3" y="15"/>
                </a:cxn>
                <a:cxn ang="0">
                  <a:pos x="30" y="0"/>
                </a:cxn>
                <a:cxn ang="0">
                  <a:pos x="117" y="18"/>
                </a:cxn>
                <a:cxn ang="0">
                  <a:pos x="243" y="48"/>
                </a:cxn>
                <a:cxn ang="0">
                  <a:pos x="387" y="48"/>
                </a:cxn>
                <a:cxn ang="0">
                  <a:pos x="408" y="54"/>
                </a:cxn>
                <a:cxn ang="0">
                  <a:pos x="381" y="87"/>
                </a:cxn>
                <a:cxn ang="0">
                  <a:pos x="318" y="99"/>
                </a:cxn>
                <a:cxn ang="0">
                  <a:pos x="195" y="93"/>
                </a:cxn>
                <a:cxn ang="0">
                  <a:pos x="69" y="60"/>
                </a:cxn>
              </a:cxnLst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Freeform 15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>
                <a:cxn ang="0">
                  <a:pos x="3" y="67"/>
                </a:cxn>
                <a:cxn ang="0">
                  <a:pos x="84" y="19"/>
                </a:cxn>
                <a:cxn ang="0">
                  <a:pos x="123" y="1"/>
                </a:cxn>
                <a:cxn ang="0">
                  <a:pos x="150" y="22"/>
                </a:cxn>
                <a:cxn ang="0">
                  <a:pos x="123" y="55"/>
                </a:cxn>
                <a:cxn ang="0">
                  <a:pos x="90" y="70"/>
                </a:cxn>
                <a:cxn ang="0">
                  <a:pos x="0" y="67"/>
                </a:cxn>
              </a:cxnLst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3" name="Freeform 16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>
                <a:cxn ang="0">
                  <a:pos x="1" y="69"/>
                </a:cxn>
                <a:cxn ang="0">
                  <a:pos x="25" y="51"/>
                </a:cxn>
                <a:cxn ang="0">
                  <a:pos x="100" y="9"/>
                </a:cxn>
                <a:cxn ang="0">
                  <a:pos x="133" y="3"/>
                </a:cxn>
                <a:cxn ang="0">
                  <a:pos x="136" y="27"/>
                </a:cxn>
                <a:cxn ang="0">
                  <a:pos x="61" y="75"/>
                </a:cxn>
                <a:cxn ang="0">
                  <a:pos x="19" y="90"/>
                </a:cxn>
                <a:cxn ang="0">
                  <a:pos x="1" y="69"/>
                </a:cxn>
              </a:cxnLst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4" name="Freeform 17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>
                <a:cxn ang="0">
                  <a:pos x="172" y="86"/>
                </a:cxn>
                <a:cxn ang="0">
                  <a:pos x="61" y="137"/>
                </a:cxn>
                <a:cxn ang="0">
                  <a:pos x="16" y="155"/>
                </a:cxn>
                <a:cxn ang="0">
                  <a:pos x="7" y="122"/>
                </a:cxn>
                <a:cxn ang="0">
                  <a:pos x="58" y="80"/>
                </a:cxn>
                <a:cxn ang="0">
                  <a:pos x="172" y="38"/>
                </a:cxn>
                <a:cxn ang="0">
                  <a:pos x="304" y="11"/>
                </a:cxn>
                <a:cxn ang="0">
                  <a:pos x="463" y="2"/>
                </a:cxn>
                <a:cxn ang="0">
                  <a:pos x="631" y="23"/>
                </a:cxn>
                <a:cxn ang="0">
                  <a:pos x="796" y="53"/>
                </a:cxn>
                <a:cxn ang="0">
                  <a:pos x="841" y="47"/>
                </a:cxn>
                <a:cxn ang="0">
                  <a:pos x="907" y="71"/>
                </a:cxn>
                <a:cxn ang="0">
                  <a:pos x="919" y="101"/>
                </a:cxn>
                <a:cxn ang="0">
                  <a:pos x="793" y="98"/>
                </a:cxn>
                <a:cxn ang="0">
                  <a:pos x="634" y="62"/>
                </a:cxn>
                <a:cxn ang="0">
                  <a:pos x="439" y="38"/>
                </a:cxn>
                <a:cxn ang="0">
                  <a:pos x="238" y="59"/>
                </a:cxn>
                <a:cxn ang="0">
                  <a:pos x="172" y="86"/>
                </a:cxn>
              </a:cxnLst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Freeform 18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>
                <a:cxn ang="0">
                  <a:pos x="18" y="47"/>
                </a:cxn>
                <a:cxn ang="0">
                  <a:pos x="141" y="17"/>
                </a:cxn>
                <a:cxn ang="0">
                  <a:pos x="246" y="2"/>
                </a:cxn>
                <a:cxn ang="0">
                  <a:pos x="351" y="5"/>
                </a:cxn>
                <a:cxn ang="0">
                  <a:pos x="372" y="23"/>
                </a:cxn>
                <a:cxn ang="0">
                  <a:pos x="354" y="44"/>
                </a:cxn>
                <a:cxn ang="0">
                  <a:pos x="264" y="50"/>
                </a:cxn>
                <a:cxn ang="0">
                  <a:pos x="168" y="53"/>
                </a:cxn>
                <a:cxn ang="0">
                  <a:pos x="72" y="77"/>
                </a:cxn>
                <a:cxn ang="0">
                  <a:pos x="15" y="95"/>
                </a:cxn>
                <a:cxn ang="0">
                  <a:pos x="0" y="56"/>
                </a:cxn>
              </a:cxnLst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12" y="137"/>
                </a:cxn>
                <a:cxn ang="0">
                  <a:pos x="162" y="71"/>
                </a:cxn>
                <a:cxn ang="0">
                  <a:pos x="249" y="20"/>
                </a:cxn>
                <a:cxn ang="0">
                  <a:pos x="285" y="2"/>
                </a:cxn>
                <a:cxn ang="0">
                  <a:pos x="309" y="11"/>
                </a:cxn>
                <a:cxn ang="0">
                  <a:pos x="303" y="47"/>
                </a:cxn>
                <a:cxn ang="0">
                  <a:pos x="219" y="89"/>
                </a:cxn>
                <a:cxn ang="0">
                  <a:pos x="108" y="140"/>
                </a:cxn>
                <a:cxn ang="0">
                  <a:pos x="57" y="152"/>
                </a:cxn>
                <a:cxn ang="0">
                  <a:pos x="0" y="158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77" name="Freeform 20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>
                <a:cxn ang="0">
                  <a:pos x="3" y="165"/>
                </a:cxn>
                <a:cxn ang="0">
                  <a:pos x="129" y="93"/>
                </a:cxn>
                <a:cxn ang="0">
                  <a:pos x="261" y="30"/>
                </a:cxn>
                <a:cxn ang="0">
                  <a:pos x="351" y="0"/>
                </a:cxn>
                <a:cxn ang="0">
                  <a:pos x="378" y="27"/>
                </a:cxn>
                <a:cxn ang="0">
                  <a:pos x="336" y="51"/>
                </a:cxn>
                <a:cxn ang="0">
                  <a:pos x="291" y="60"/>
                </a:cxn>
                <a:cxn ang="0">
                  <a:pos x="240" y="75"/>
                </a:cxn>
                <a:cxn ang="0">
                  <a:pos x="189" y="120"/>
                </a:cxn>
                <a:cxn ang="0">
                  <a:pos x="102" y="174"/>
                </a:cxn>
                <a:cxn ang="0">
                  <a:pos x="0" y="162"/>
                </a:cxn>
              </a:cxnLst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8" name="Freeform 21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>
                <a:cxn ang="0">
                  <a:pos x="84" y="11"/>
                </a:cxn>
                <a:cxn ang="0">
                  <a:pos x="27" y="5"/>
                </a:cxn>
                <a:cxn ang="0">
                  <a:pos x="9" y="35"/>
                </a:cxn>
                <a:cxn ang="0">
                  <a:pos x="81" y="56"/>
                </a:cxn>
                <a:cxn ang="0">
                  <a:pos x="255" y="68"/>
                </a:cxn>
                <a:cxn ang="0">
                  <a:pos x="432" y="50"/>
                </a:cxn>
                <a:cxn ang="0">
                  <a:pos x="513" y="5"/>
                </a:cxn>
                <a:cxn ang="0">
                  <a:pos x="372" y="20"/>
                </a:cxn>
                <a:cxn ang="0">
                  <a:pos x="141" y="14"/>
                </a:cxn>
                <a:cxn ang="0">
                  <a:pos x="84" y="11"/>
                </a:cxn>
              </a:cxnLst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/>
              <a:ahLst/>
              <a:cxnLst>
                <a:cxn ang="0">
                  <a:pos x="23" y="6"/>
                </a:cxn>
                <a:cxn ang="0">
                  <a:pos x="188" y="3"/>
                </a:cxn>
                <a:cxn ang="0">
                  <a:pos x="323" y="27"/>
                </a:cxn>
                <a:cxn ang="0">
                  <a:pos x="464" y="69"/>
                </a:cxn>
                <a:cxn ang="0">
                  <a:pos x="521" y="90"/>
                </a:cxn>
                <a:cxn ang="0">
                  <a:pos x="533" y="105"/>
                </a:cxn>
                <a:cxn ang="0">
                  <a:pos x="497" y="120"/>
                </a:cxn>
                <a:cxn ang="0">
                  <a:pos x="452" y="108"/>
                </a:cxn>
                <a:cxn ang="0">
                  <a:pos x="350" y="72"/>
                </a:cxn>
                <a:cxn ang="0">
                  <a:pos x="158" y="39"/>
                </a:cxn>
                <a:cxn ang="0">
                  <a:pos x="50" y="39"/>
                </a:cxn>
                <a:cxn ang="0">
                  <a:pos x="23" y="6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/>
              <a:ahLst/>
              <a:cxnLst>
                <a:cxn ang="0">
                  <a:pos x="800" y="24"/>
                </a:cxn>
                <a:cxn ang="0">
                  <a:pos x="782" y="15"/>
                </a:cxn>
                <a:cxn ang="0">
                  <a:pos x="659" y="63"/>
                </a:cxn>
                <a:cxn ang="0">
                  <a:pos x="500" y="84"/>
                </a:cxn>
                <a:cxn ang="0">
                  <a:pos x="326" y="69"/>
                </a:cxn>
                <a:cxn ang="0">
                  <a:pos x="98" y="21"/>
                </a:cxn>
                <a:cxn ang="0">
                  <a:pos x="11" y="6"/>
                </a:cxn>
                <a:cxn ang="0">
                  <a:pos x="32" y="60"/>
                </a:cxn>
                <a:cxn ang="0">
                  <a:pos x="155" y="96"/>
                </a:cxn>
                <a:cxn ang="0">
                  <a:pos x="410" y="138"/>
                </a:cxn>
                <a:cxn ang="0">
                  <a:pos x="596" y="129"/>
                </a:cxn>
                <a:cxn ang="0">
                  <a:pos x="737" y="90"/>
                </a:cxn>
                <a:cxn ang="0">
                  <a:pos x="788" y="69"/>
                </a:cxn>
                <a:cxn ang="0">
                  <a:pos x="800" y="24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81" name="Freeform 24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>
                <a:cxn ang="0">
                  <a:pos x="402" y="0"/>
                </a:cxn>
                <a:cxn ang="0">
                  <a:pos x="384" y="12"/>
                </a:cxn>
                <a:cxn ang="0">
                  <a:pos x="276" y="51"/>
                </a:cxn>
                <a:cxn ang="0">
                  <a:pos x="165" y="66"/>
                </a:cxn>
                <a:cxn ang="0">
                  <a:pos x="51" y="57"/>
                </a:cxn>
                <a:cxn ang="0">
                  <a:pos x="15" y="54"/>
                </a:cxn>
                <a:cxn ang="0">
                  <a:pos x="3" y="69"/>
                </a:cxn>
                <a:cxn ang="0">
                  <a:pos x="9" y="93"/>
                </a:cxn>
                <a:cxn ang="0">
                  <a:pos x="54" y="102"/>
                </a:cxn>
                <a:cxn ang="0">
                  <a:pos x="198" y="111"/>
                </a:cxn>
                <a:cxn ang="0">
                  <a:pos x="336" y="75"/>
                </a:cxn>
                <a:cxn ang="0">
                  <a:pos x="375" y="54"/>
                </a:cxn>
                <a:cxn ang="0">
                  <a:pos x="402" y="0"/>
                </a:cxn>
              </a:cxnLst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51" name="Group 25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57" name="Freeform 26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>
                <a:cxn ang="0">
                  <a:pos x="165" y="6"/>
                </a:cxn>
                <a:cxn ang="0">
                  <a:pos x="450" y="3"/>
                </a:cxn>
                <a:cxn ang="0">
                  <a:pos x="714" y="12"/>
                </a:cxn>
                <a:cxn ang="0">
                  <a:pos x="957" y="24"/>
                </a:cxn>
                <a:cxn ang="0">
                  <a:pos x="1173" y="24"/>
                </a:cxn>
                <a:cxn ang="0">
                  <a:pos x="1473" y="15"/>
                </a:cxn>
                <a:cxn ang="0">
                  <a:pos x="1617" y="0"/>
                </a:cxn>
                <a:cxn ang="0">
                  <a:pos x="1719" y="15"/>
                </a:cxn>
                <a:cxn ang="0">
                  <a:pos x="1716" y="66"/>
                </a:cxn>
                <a:cxn ang="0">
                  <a:pos x="1632" y="51"/>
                </a:cxn>
                <a:cxn ang="0">
                  <a:pos x="1407" y="51"/>
                </a:cxn>
                <a:cxn ang="0">
                  <a:pos x="1191" y="48"/>
                </a:cxn>
                <a:cxn ang="0">
                  <a:pos x="870" y="60"/>
                </a:cxn>
                <a:cxn ang="0">
                  <a:pos x="492" y="48"/>
                </a:cxn>
                <a:cxn ang="0">
                  <a:pos x="291" y="27"/>
                </a:cxn>
                <a:cxn ang="0">
                  <a:pos x="21" y="36"/>
                </a:cxn>
                <a:cxn ang="0">
                  <a:pos x="165" y="6"/>
                </a:cxn>
              </a:cxnLst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Freeform 27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>
                <a:cxn ang="0">
                  <a:pos x="2641" y="6"/>
                </a:cxn>
                <a:cxn ang="0">
                  <a:pos x="2620" y="30"/>
                </a:cxn>
                <a:cxn ang="0">
                  <a:pos x="2368" y="45"/>
                </a:cxn>
                <a:cxn ang="0">
                  <a:pos x="2023" y="60"/>
                </a:cxn>
                <a:cxn ang="0">
                  <a:pos x="1786" y="48"/>
                </a:cxn>
                <a:cxn ang="0">
                  <a:pos x="1525" y="36"/>
                </a:cxn>
                <a:cxn ang="0">
                  <a:pos x="1195" y="45"/>
                </a:cxn>
                <a:cxn ang="0">
                  <a:pos x="817" y="39"/>
                </a:cxn>
                <a:cxn ang="0">
                  <a:pos x="499" y="27"/>
                </a:cxn>
                <a:cxn ang="0">
                  <a:pos x="136" y="39"/>
                </a:cxn>
                <a:cxn ang="0">
                  <a:pos x="10" y="33"/>
                </a:cxn>
                <a:cxn ang="0">
                  <a:pos x="76" y="24"/>
                </a:cxn>
                <a:cxn ang="0">
                  <a:pos x="310" y="18"/>
                </a:cxn>
                <a:cxn ang="0">
                  <a:pos x="544" y="0"/>
                </a:cxn>
                <a:cxn ang="0">
                  <a:pos x="853" y="21"/>
                </a:cxn>
                <a:cxn ang="0">
                  <a:pos x="1114" y="21"/>
                </a:cxn>
                <a:cxn ang="0">
                  <a:pos x="1399" y="3"/>
                </a:cxn>
                <a:cxn ang="0">
                  <a:pos x="1588" y="9"/>
                </a:cxn>
                <a:cxn ang="0">
                  <a:pos x="1807" y="21"/>
                </a:cxn>
                <a:cxn ang="0">
                  <a:pos x="2035" y="12"/>
                </a:cxn>
                <a:cxn ang="0">
                  <a:pos x="2290" y="18"/>
                </a:cxn>
                <a:cxn ang="0">
                  <a:pos x="2596" y="3"/>
                </a:cxn>
                <a:cxn ang="0">
                  <a:pos x="2641" y="6"/>
                </a:cxn>
              </a:cxnLst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Freeform 28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>
                <a:cxn ang="0">
                  <a:pos x="1893" y="39"/>
                </a:cxn>
                <a:cxn ang="0">
                  <a:pos x="1578" y="45"/>
                </a:cxn>
                <a:cxn ang="0">
                  <a:pos x="1011" y="60"/>
                </a:cxn>
                <a:cxn ang="0">
                  <a:pos x="438" y="57"/>
                </a:cxn>
                <a:cxn ang="0">
                  <a:pos x="0" y="36"/>
                </a:cxn>
                <a:cxn ang="0">
                  <a:pos x="0" y="3"/>
                </a:cxn>
                <a:cxn ang="0">
                  <a:pos x="210" y="18"/>
                </a:cxn>
                <a:cxn ang="0">
                  <a:pos x="474" y="21"/>
                </a:cxn>
                <a:cxn ang="0">
                  <a:pos x="678" y="9"/>
                </a:cxn>
                <a:cxn ang="0">
                  <a:pos x="897" y="9"/>
                </a:cxn>
                <a:cxn ang="0">
                  <a:pos x="1167" y="30"/>
                </a:cxn>
                <a:cxn ang="0">
                  <a:pos x="1500" y="24"/>
                </a:cxn>
                <a:cxn ang="0">
                  <a:pos x="1758" y="3"/>
                </a:cxn>
                <a:cxn ang="0">
                  <a:pos x="1938" y="18"/>
                </a:cxn>
                <a:cxn ang="0">
                  <a:pos x="2034" y="33"/>
                </a:cxn>
                <a:cxn ang="0">
                  <a:pos x="1893" y="39"/>
                </a:cxn>
              </a:cxnLst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173" name="Rectangle 2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</p:spPr>
        <p:txBody>
          <a:bodyPr anchorCtr="1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74" name="Rectangle 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</p:spPr>
        <p:txBody>
          <a:bodyPr anchorCtr="1"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1" name="Rectangle 3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34841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" name="Rectangle 3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4841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" name="Rectangle 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4841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C6C415-FF84-40A9-AEE1-D6FFA2E15145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676900" cy="5327650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36" name="Freeform 3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>
                <a:cxn ang="0">
                  <a:pos x="0" y="450"/>
                </a:cxn>
                <a:cxn ang="0">
                  <a:pos x="3" y="0"/>
                </a:cxn>
                <a:cxn ang="0">
                  <a:pos x="5763" y="0"/>
                </a:cxn>
                <a:cxn ang="0">
                  <a:pos x="5763" y="465"/>
                </a:cxn>
                <a:cxn ang="0">
                  <a:pos x="4821" y="477"/>
                </a:cxn>
                <a:cxn ang="0">
                  <a:pos x="4326" y="447"/>
                </a:cxn>
                <a:cxn ang="0">
                  <a:pos x="3783" y="465"/>
                </a:cxn>
                <a:cxn ang="0">
                  <a:pos x="3417" y="456"/>
                </a:cxn>
                <a:cxn ang="0">
                  <a:pos x="2973" y="459"/>
                </a:cxn>
                <a:cxn ang="0">
                  <a:pos x="2451" y="453"/>
                </a:cxn>
                <a:cxn ang="0">
                  <a:pos x="2289" y="441"/>
                </a:cxn>
                <a:cxn ang="0">
                  <a:pos x="2010" y="453"/>
                </a:cxn>
                <a:cxn ang="0">
                  <a:pos x="1827" y="450"/>
                </a:cxn>
                <a:cxn ang="0">
                  <a:pos x="1215" y="465"/>
                </a:cxn>
                <a:cxn ang="0">
                  <a:pos x="660" y="456"/>
                </a:cxn>
                <a:cxn ang="0">
                  <a:pos x="0" y="450"/>
                </a:cxn>
              </a:cxnLst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Freeform 4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>
                <a:cxn ang="0">
                  <a:pos x="8" y="190"/>
                </a:cxn>
                <a:cxn ang="0">
                  <a:pos x="71" y="115"/>
                </a:cxn>
                <a:cxn ang="0">
                  <a:pos x="203" y="16"/>
                </a:cxn>
                <a:cxn ang="0">
                  <a:pos x="251" y="19"/>
                </a:cxn>
                <a:cxn ang="0">
                  <a:pos x="236" y="46"/>
                </a:cxn>
                <a:cxn ang="0">
                  <a:pos x="176" y="82"/>
                </a:cxn>
                <a:cxn ang="0">
                  <a:pos x="92" y="154"/>
                </a:cxn>
                <a:cxn ang="0">
                  <a:pos x="23" y="247"/>
                </a:cxn>
                <a:cxn ang="0">
                  <a:pos x="8" y="190"/>
                </a:cxn>
              </a:cxnLst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5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0" y="453"/>
                </a:cxn>
                <a:cxn ang="0">
                  <a:pos x="72" y="324"/>
                </a:cxn>
                <a:cxn ang="0">
                  <a:pos x="198" y="201"/>
                </a:cxn>
                <a:cxn ang="0">
                  <a:pos x="366" y="102"/>
                </a:cxn>
                <a:cxn ang="0">
                  <a:pos x="531" y="36"/>
                </a:cxn>
                <a:cxn ang="0">
                  <a:pos x="609" y="0"/>
                </a:cxn>
                <a:cxn ang="0">
                  <a:pos x="708" y="3"/>
                </a:cxn>
                <a:cxn ang="0">
                  <a:pos x="591" y="66"/>
                </a:cxn>
                <a:cxn ang="0">
                  <a:pos x="417" y="126"/>
                </a:cxn>
                <a:cxn ang="0">
                  <a:pos x="237" y="231"/>
                </a:cxn>
                <a:cxn ang="0">
                  <a:pos x="117" y="345"/>
                </a:cxn>
                <a:cxn ang="0">
                  <a:pos x="51" y="459"/>
                </a:cxn>
                <a:cxn ang="0">
                  <a:pos x="0" y="453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6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>
                <a:cxn ang="0">
                  <a:pos x="21" y="163"/>
                </a:cxn>
                <a:cxn ang="0">
                  <a:pos x="9" y="184"/>
                </a:cxn>
                <a:cxn ang="0">
                  <a:pos x="75" y="103"/>
                </a:cxn>
                <a:cxn ang="0">
                  <a:pos x="165" y="28"/>
                </a:cxn>
                <a:cxn ang="0">
                  <a:pos x="207" y="7"/>
                </a:cxn>
                <a:cxn ang="0">
                  <a:pos x="246" y="4"/>
                </a:cxn>
                <a:cxn ang="0">
                  <a:pos x="237" y="34"/>
                </a:cxn>
                <a:cxn ang="0">
                  <a:pos x="183" y="61"/>
                </a:cxn>
                <a:cxn ang="0">
                  <a:pos x="108" y="124"/>
                </a:cxn>
                <a:cxn ang="0">
                  <a:pos x="54" y="190"/>
                </a:cxn>
                <a:cxn ang="0">
                  <a:pos x="6" y="184"/>
                </a:cxn>
              </a:cxnLst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7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5" y="36"/>
                </a:cxn>
                <a:cxn ang="0">
                  <a:pos x="6" y="60"/>
                </a:cxn>
                <a:cxn ang="0">
                  <a:pos x="36" y="69"/>
                </a:cxn>
                <a:cxn ang="0">
                  <a:pos x="87" y="42"/>
                </a:cxn>
                <a:cxn ang="0">
                  <a:pos x="159" y="0"/>
                </a:cxn>
                <a:cxn ang="0">
                  <a:pos x="99" y="0"/>
                </a:cxn>
              </a:cxnLst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Freeform 8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>
                <a:cxn ang="0">
                  <a:pos x="395" y="0"/>
                </a:cxn>
                <a:cxn ang="0">
                  <a:pos x="338" y="48"/>
                </a:cxn>
                <a:cxn ang="0">
                  <a:pos x="242" y="102"/>
                </a:cxn>
                <a:cxn ang="0">
                  <a:pos x="104" y="147"/>
                </a:cxn>
                <a:cxn ang="0">
                  <a:pos x="35" y="168"/>
                </a:cxn>
                <a:cxn ang="0">
                  <a:pos x="8" y="192"/>
                </a:cxn>
                <a:cxn ang="0">
                  <a:pos x="8" y="213"/>
                </a:cxn>
                <a:cxn ang="0">
                  <a:pos x="59" y="213"/>
                </a:cxn>
                <a:cxn ang="0">
                  <a:pos x="86" y="192"/>
                </a:cxn>
                <a:cxn ang="0">
                  <a:pos x="173" y="159"/>
                </a:cxn>
                <a:cxn ang="0">
                  <a:pos x="299" y="126"/>
                </a:cxn>
                <a:cxn ang="0">
                  <a:pos x="392" y="72"/>
                </a:cxn>
                <a:cxn ang="0">
                  <a:pos x="455" y="0"/>
                </a:cxn>
                <a:cxn ang="0">
                  <a:pos x="395" y="0"/>
                </a:cxn>
              </a:cxnLst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Freeform 9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4" y="11"/>
                </a:cxn>
                <a:cxn ang="0">
                  <a:pos x="156" y="2"/>
                </a:cxn>
                <a:cxn ang="0">
                  <a:pos x="288" y="23"/>
                </a:cxn>
                <a:cxn ang="0">
                  <a:pos x="384" y="53"/>
                </a:cxn>
                <a:cxn ang="0">
                  <a:pos x="411" y="74"/>
                </a:cxn>
                <a:cxn ang="0">
                  <a:pos x="405" y="104"/>
                </a:cxn>
                <a:cxn ang="0">
                  <a:pos x="363" y="101"/>
                </a:cxn>
                <a:cxn ang="0">
                  <a:pos x="294" y="77"/>
                </a:cxn>
                <a:cxn ang="0">
                  <a:pos x="174" y="50"/>
                </a:cxn>
                <a:cxn ang="0">
                  <a:pos x="72" y="62"/>
                </a:cxn>
                <a:cxn ang="0">
                  <a:pos x="36" y="59"/>
                </a:cxn>
                <a:cxn ang="0">
                  <a:pos x="0" y="11"/>
                </a:cxn>
              </a:cxnLst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10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12" y="24"/>
                </a:cxn>
                <a:cxn ang="0">
                  <a:pos x="114" y="54"/>
                </a:cxn>
                <a:cxn ang="0">
                  <a:pos x="240" y="117"/>
                </a:cxn>
                <a:cxn ang="0">
                  <a:pos x="333" y="153"/>
                </a:cxn>
                <a:cxn ang="0">
                  <a:pos x="438" y="219"/>
                </a:cxn>
                <a:cxn ang="0">
                  <a:pos x="426" y="192"/>
                </a:cxn>
                <a:cxn ang="0">
                  <a:pos x="441" y="180"/>
                </a:cxn>
                <a:cxn ang="0">
                  <a:pos x="519" y="216"/>
                </a:cxn>
                <a:cxn ang="0">
                  <a:pos x="450" y="162"/>
                </a:cxn>
                <a:cxn ang="0">
                  <a:pos x="381" y="135"/>
                </a:cxn>
                <a:cxn ang="0">
                  <a:pos x="285" y="84"/>
                </a:cxn>
                <a:cxn ang="0">
                  <a:pos x="186" y="18"/>
                </a:cxn>
                <a:cxn ang="0">
                  <a:pos x="123" y="0"/>
                </a:cxn>
                <a:cxn ang="0">
                  <a:pos x="42" y="0"/>
                </a:cxn>
              </a:cxnLst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Freeform 11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>
                <a:cxn ang="0">
                  <a:pos x="6" y="38"/>
                </a:cxn>
                <a:cxn ang="0">
                  <a:pos x="9" y="20"/>
                </a:cxn>
                <a:cxn ang="0">
                  <a:pos x="42" y="2"/>
                </a:cxn>
                <a:cxn ang="0">
                  <a:pos x="90" y="35"/>
                </a:cxn>
                <a:cxn ang="0">
                  <a:pos x="189" y="89"/>
                </a:cxn>
                <a:cxn ang="0">
                  <a:pos x="288" y="140"/>
                </a:cxn>
                <a:cxn ang="0">
                  <a:pos x="375" y="176"/>
                </a:cxn>
                <a:cxn ang="0">
                  <a:pos x="396" y="176"/>
                </a:cxn>
                <a:cxn ang="0">
                  <a:pos x="429" y="212"/>
                </a:cxn>
                <a:cxn ang="0">
                  <a:pos x="408" y="233"/>
                </a:cxn>
                <a:cxn ang="0">
                  <a:pos x="333" y="212"/>
                </a:cxn>
                <a:cxn ang="0">
                  <a:pos x="186" y="143"/>
                </a:cxn>
                <a:cxn ang="0">
                  <a:pos x="48" y="68"/>
                </a:cxn>
                <a:cxn ang="0">
                  <a:pos x="6" y="38"/>
                </a:cxn>
              </a:cxnLst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Freeform 12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>
                <a:cxn ang="0">
                  <a:pos x="2" y="9"/>
                </a:cxn>
                <a:cxn ang="0">
                  <a:pos x="53" y="66"/>
                </a:cxn>
                <a:cxn ang="0">
                  <a:pos x="176" y="132"/>
                </a:cxn>
                <a:cxn ang="0">
                  <a:pos x="293" y="189"/>
                </a:cxn>
                <a:cxn ang="0">
                  <a:pos x="341" y="222"/>
                </a:cxn>
                <a:cxn ang="0">
                  <a:pos x="377" y="219"/>
                </a:cxn>
                <a:cxn ang="0">
                  <a:pos x="377" y="180"/>
                </a:cxn>
                <a:cxn ang="0">
                  <a:pos x="260" y="126"/>
                </a:cxn>
                <a:cxn ang="0">
                  <a:pos x="113" y="51"/>
                </a:cxn>
                <a:cxn ang="0">
                  <a:pos x="41" y="9"/>
                </a:cxn>
                <a:cxn ang="0">
                  <a:pos x="2" y="9"/>
                </a:cxn>
              </a:cxnLst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Freeform 13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105" y="97"/>
                </a:cxn>
                <a:cxn ang="0">
                  <a:pos x="243" y="178"/>
                </a:cxn>
                <a:cxn ang="0">
                  <a:pos x="357" y="217"/>
                </a:cxn>
                <a:cxn ang="0">
                  <a:pos x="498" y="214"/>
                </a:cxn>
                <a:cxn ang="0">
                  <a:pos x="468" y="187"/>
                </a:cxn>
                <a:cxn ang="0">
                  <a:pos x="309" y="136"/>
                </a:cxn>
                <a:cxn ang="0">
                  <a:pos x="123" y="34"/>
                </a:cxn>
                <a:cxn ang="0">
                  <a:pos x="3" y="10"/>
                </a:cxn>
              </a:cxnLst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Freeform 14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>
                <a:cxn ang="0">
                  <a:pos x="69" y="60"/>
                </a:cxn>
                <a:cxn ang="0">
                  <a:pos x="12" y="42"/>
                </a:cxn>
                <a:cxn ang="0">
                  <a:pos x="3" y="15"/>
                </a:cxn>
                <a:cxn ang="0">
                  <a:pos x="30" y="0"/>
                </a:cxn>
                <a:cxn ang="0">
                  <a:pos x="117" y="18"/>
                </a:cxn>
                <a:cxn ang="0">
                  <a:pos x="243" y="48"/>
                </a:cxn>
                <a:cxn ang="0">
                  <a:pos x="387" y="48"/>
                </a:cxn>
                <a:cxn ang="0">
                  <a:pos x="408" y="54"/>
                </a:cxn>
                <a:cxn ang="0">
                  <a:pos x="381" y="87"/>
                </a:cxn>
                <a:cxn ang="0">
                  <a:pos x="318" y="99"/>
                </a:cxn>
                <a:cxn ang="0">
                  <a:pos x="195" y="93"/>
                </a:cxn>
                <a:cxn ang="0">
                  <a:pos x="69" y="60"/>
                </a:cxn>
              </a:cxnLst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Freeform 15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>
                <a:cxn ang="0">
                  <a:pos x="3" y="67"/>
                </a:cxn>
                <a:cxn ang="0">
                  <a:pos x="84" y="19"/>
                </a:cxn>
                <a:cxn ang="0">
                  <a:pos x="123" y="1"/>
                </a:cxn>
                <a:cxn ang="0">
                  <a:pos x="150" y="22"/>
                </a:cxn>
                <a:cxn ang="0">
                  <a:pos x="123" y="55"/>
                </a:cxn>
                <a:cxn ang="0">
                  <a:pos x="90" y="70"/>
                </a:cxn>
                <a:cxn ang="0">
                  <a:pos x="0" y="67"/>
                </a:cxn>
              </a:cxnLst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" name="Freeform 16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>
                <a:cxn ang="0">
                  <a:pos x="1" y="69"/>
                </a:cxn>
                <a:cxn ang="0">
                  <a:pos x="25" y="51"/>
                </a:cxn>
                <a:cxn ang="0">
                  <a:pos x="100" y="9"/>
                </a:cxn>
                <a:cxn ang="0">
                  <a:pos x="133" y="3"/>
                </a:cxn>
                <a:cxn ang="0">
                  <a:pos x="136" y="27"/>
                </a:cxn>
                <a:cxn ang="0">
                  <a:pos x="61" y="75"/>
                </a:cxn>
                <a:cxn ang="0">
                  <a:pos x="19" y="90"/>
                </a:cxn>
                <a:cxn ang="0">
                  <a:pos x="1" y="69"/>
                </a:cxn>
              </a:cxnLst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0" name="Freeform 17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>
                <a:cxn ang="0">
                  <a:pos x="172" y="86"/>
                </a:cxn>
                <a:cxn ang="0">
                  <a:pos x="61" y="137"/>
                </a:cxn>
                <a:cxn ang="0">
                  <a:pos x="16" y="155"/>
                </a:cxn>
                <a:cxn ang="0">
                  <a:pos x="7" y="122"/>
                </a:cxn>
                <a:cxn ang="0">
                  <a:pos x="58" y="80"/>
                </a:cxn>
                <a:cxn ang="0">
                  <a:pos x="172" y="38"/>
                </a:cxn>
                <a:cxn ang="0">
                  <a:pos x="304" y="11"/>
                </a:cxn>
                <a:cxn ang="0">
                  <a:pos x="463" y="2"/>
                </a:cxn>
                <a:cxn ang="0">
                  <a:pos x="631" y="23"/>
                </a:cxn>
                <a:cxn ang="0">
                  <a:pos x="796" y="53"/>
                </a:cxn>
                <a:cxn ang="0">
                  <a:pos x="841" y="47"/>
                </a:cxn>
                <a:cxn ang="0">
                  <a:pos x="907" y="71"/>
                </a:cxn>
                <a:cxn ang="0">
                  <a:pos x="919" y="101"/>
                </a:cxn>
                <a:cxn ang="0">
                  <a:pos x="793" y="98"/>
                </a:cxn>
                <a:cxn ang="0">
                  <a:pos x="634" y="62"/>
                </a:cxn>
                <a:cxn ang="0">
                  <a:pos x="439" y="38"/>
                </a:cxn>
                <a:cxn ang="0">
                  <a:pos x="238" y="59"/>
                </a:cxn>
                <a:cxn ang="0">
                  <a:pos x="172" y="86"/>
                </a:cxn>
              </a:cxnLst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Freeform 18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>
                <a:cxn ang="0">
                  <a:pos x="18" y="47"/>
                </a:cxn>
                <a:cxn ang="0">
                  <a:pos x="141" y="17"/>
                </a:cxn>
                <a:cxn ang="0">
                  <a:pos x="246" y="2"/>
                </a:cxn>
                <a:cxn ang="0">
                  <a:pos x="351" y="5"/>
                </a:cxn>
                <a:cxn ang="0">
                  <a:pos x="372" y="23"/>
                </a:cxn>
                <a:cxn ang="0">
                  <a:pos x="354" y="44"/>
                </a:cxn>
                <a:cxn ang="0">
                  <a:pos x="264" y="50"/>
                </a:cxn>
                <a:cxn ang="0">
                  <a:pos x="168" y="53"/>
                </a:cxn>
                <a:cxn ang="0">
                  <a:pos x="72" y="77"/>
                </a:cxn>
                <a:cxn ang="0">
                  <a:pos x="15" y="95"/>
                </a:cxn>
                <a:cxn ang="0">
                  <a:pos x="0" y="56"/>
                </a:cxn>
              </a:cxnLst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9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12" y="137"/>
                </a:cxn>
                <a:cxn ang="0">
                  <a:pos x="162" y="71"/>
                </a:cxn>
                <a:cxn ang="0">
                  <a:pos x="249" y="20"/>
                </a:cxn>
                <a:cxn ang="0">
                  <a:pos x="285" y="2"/>
                </a:cxn>
                <a:cxn ang="0">
                  <a:pos x="309" y="11"/>
                </a:cxn>
                <a:cxn ang="0">
                  <a:pos x="303" y="47"/>
                </a:cxn>
                <a:cxn ang="0">
                  <a:pos x="219" y="89"/>
                </a:cxn>
                <a:cxn ang="0">
                  <a:pos x="108" y="140"/>
                </a:cxn>
                <a:cxn ang="0">
                  <a:pos x="57" y="152"/>
                </a:cxn>
                <a:cxn ang="0">
                  <a:pos x="0" y="158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Freeform 20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>
                <a:cxn ang="0">
                  <a:pos x="3" y="165"/>
                </a:cxn>
                <a:cxn ang="0">
                  <a:pos x="129" y="93"/>
                </a:cxn>
                <a:cxn ang="0">
                  <a:pos x="261" y="30"/>
                </a:cxn>
                <a:cxn ang="0">
                  <a:pos x="351" y="0"/>
                </a:cxn>
                <a:cxn ang="0">
                  <a:pos x="378" y="27"/>
                </a:cxn>
                <a:cxn ang="0">
                  <a:pos x="336" y="51"/>
                </a:cxn>
                <a:cxn ang="0">
                  <a:pos x="291" y="60"/>
                </a:cxn>
                <a:cxn ang="0">
                  <a:pos x="240" y="75"/>
                </a:cxn>
                <a:cxn ang="0">
                  <a:pos x="189" y="120"/>
                </a:cxn>
                <a:cxn ang="0">
                  <a:pos x="102" y="174"/>
                </a:cxn>
                <a:cxn ang="0">
                  <a:pos x="0" y="162"/>
                </a:cxn>
              </a:cxnLst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4" name="Freeform 21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>
                <a:cxn ang="0">
                  <a:pos x="84" y="11"/>
                </a:cxn>
                <a:cxn ang="0">
                  <a:pos x="27" y="5"/>
                </a:cxn>
                <a:cxn ang="0">
                  <a:pos x="9" y="35"/>
                </a:cxn>
                <a:cxn ang="0">
                  <a:pos x="81" y="56"/>
                </a:cxn>
                <a:cxn ang="0">
                  <a:pos x="255" y="68"/>
                </a:cxn>
                <a:cxn ang="0">
                  <a:pos x="432" y="50"/>
                </a:cxn>
                <a:cxn ang="0">
                  <a:pos x="513" y="5"/>
                </a:cxn>
                <a:cxn ang="0">
                  <a:pos x="372" y="20"/>
                </a:cxn>
                <a:cxn ang="0">
                  <a:pos x="141" y="14"/>
                </a:cxn>
                <a:cxn ang="0">
                  <a:pos x="84" y="11"/>
                </a:cxn>
              </a:cxnLst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2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/>
              <a:ahLst/>
              <a:cxnLst>
                <a:cxn ang="0">
                  <a:pos x="23" y="6"/>
                </a:cxn>
                <a:cxn ang="0">
                  <a:pos x="188" y="3"/>
                </a:cxn>
                <a:cxn ang="0">
                  <a:pos x="323" y="27"/>
                </a:cxn>
                <a:cxn ang="0">
                  <a:pos x="464" y="69"/>
                </a:cxn>
                <a:cxn ang="0">
                  <a:pos x="521" y="90"/>
                </a:cxn>
                <a:cxn ang="0">
                  <a:pos x="533" y="105"/>
                </a:cxn>
                <a:cxn ang="0">
                  <a:pos x="497" y="120"/>
                </a:cxn>
                <a:cxn ang="0">
                  <a:pos x="452" y="108"/>
                </a:cxn>
                <a:cxn ang="0">
                  <a:pos x="350" y="72"/>
                </a:cxn>
                <a:cxn ang="0">
                  <a:pos x="158" y="39"/>
                </a:cxn>
                <a:cxn ang="0">
                  <a:pos x="50" y="39"/>
                </a:cxn>
                <a:cxn ang="0">
                  <a:pos x="23" y="6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43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/>
              <a:ahLst/>
              <a:cxnLst>
                <a:cxn ang="0">
                  <a:pos x="800" y="24"/>
                </a:cxn>
                <a:cxn ang="0">
                  <a:pos x="782" y="15"/>
                </a:cxn>
                <a:cxn ang="0">
                  <a:pos x="659" y="63"/>
                </a:cxn>
                <a:cxn ang="0">
                  <a:pos x="500" y="84"/>
                </a:cxn>
                <a:cxn ang="0">
                  <a:pos x="326" y="69"/>
                </a:cxn>
                <a:cxn ang="0">
                  <a:pos x="98" y="21"/>
                </a:cxn>
                <a:cxn ang="0">
                  <a:pos x="11" y="6"/>
                </a:cxn>
                <a:cxn ang="0">
                  <a:pos x="32" y="60"/>
                </a:cxn>
                <a:cxn ang="0">
                  <a:pos x="155" y="96"/>
                </a:cxn>
                <a:cxn ang="0">
                  <a:pos x="410" y="138"/>
                </a:cxn>
                <a:cxn ang="0">
                  <a:pos x="596" y="129"/>
                </a:cxn>
                <a:cxn ang="0">
                  <a:pos x="737" y="90"/>
                </a:cxn>
                <a:cxn ang="0">
                  <a:pos x="788" y="69"/>
                </a:cxn>
                <a:cxn ang="0">
                  <a:pos x="800" y="24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7" name="Freeform 24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>
                <a:cxn ang="0">
                  <a:pos x="402" y="0"/>
                </a:cxn>
                <a:cxn ang="0">
                  <a:pos x="384" y="12"/>
                </a:cxn>
                <a:cxn ang="0">
                  <a:pos x="276" y="51"/>
                </a:cxn>
                <a:cxn ang="0">
                  <a:pos x="165" y="66"/>
                </a:cxn>
                <a:cxn ang="0">
                  <a:pos x="51" y="57"/>
                </a:cxn>
                <a:cxn ang="0">
                  <a:pos x="15" y="54"/>
                </a:cxn>
                <a:cxn ang="0">
                  <a:pos x="3" y="69"/>
                </a:cxn>
                <a:cxn ang="0">
                  <a:pos x="9" y="93"/>
                </a:cxn>
                <a:cxn ang="0">
                  <a:pos x="54" y="102"/>
                </a:cxn>
                <a:cxn ang="0">
                  <a:pos x="198" y="111"/>
                </a:cxn>
                <a:cxn ang="0">
                  <a:pos x="336" y="75"/>
                </a:cxn>
                <a:cxn ang="0">
                  <a:pos x="375" y="54"/>
                </a:cxn>
                <a:cxn ang="0">
                  <a:pos x="402" y="0"/>
                </a:cxn>
              </a:cxnLst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27" name="Group 25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33" name="Freeform 26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>
                <a:cxn ang="0">
                  <a:pos x="165" y="6"/>
                </a:cxn>
                <a:cxn ang="0">
                  <a:pos x="450" y="3"/>
                </a:cxn>
                <a:cxn ang="0">
                  <a:pos x="714" y="12"/>
                </a:cxn>
                <a:cxn ang="0">
                  <a:pos x="957" y="24"/>
                </a:cxn>
                <a:cxn ang="0">
                  <a:pos x="1173" y="24"/>
                </a:cxn>
                <a:cxn ang="0">
                  <a:pos x="1473" y="15"/>
                </a:cxn>
                <a:cxn ang="0">
                  <a:pos x="1617" y="0"/>
                </a:cxn>
                <a:cxn ang="0">
                  <a:pos x="1719" y="15"/>
                </a:cxn>
                <a:cxn ang="0">
                  <a:pos x="1716" y="66"/>
                </a:cxn>
                <a:cxn ang="0">
                  <a:pos x="1632" y="51"/>
                </a:cxn>
                <a:cxn ang="0">
                  <a:pos x="1407" y="51"/>
                </a:cxn>
                <a:cxn ang="0">
                  <a:pos x="1191" y="48"/>
                </a:cxn>
                <a:cxn ang="0">
                  <a:pos x="870" y="60"/>
                </a:cxn>
                <a:cxn ang="0">
                  <a:pos x="492" y="48"/>
                </a:cxn>
                <a:cxn ang="0">
                  <a:pos x="291" y="27"/>
                </a:cxn>
                <a:cxn ang="0">
                  <a:pos x="21" y="36"/>
                </a:cxn>
                <a:cxn ang="0">
                  <a:pos x="165" y="6"/>
                </a:cxn>
              </a:cxnLst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Freeform 27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>
                <a:cxn ang="0">
                  <a:pos x="2641" y="6"/>
                </a:cxn>
                <a:cxn ang="0">
                  <a:pos x="2620" y="30"/>
                </a:cxn>
                <a:cxn ang="0">
                  <a:pos x="2368" y="45"/>
                </a:cxn>
                <a:cxn ang="0">
                  <a:pos x="2023" y="60"/>
                </a:cxn>
                <a:cxn ang="0">
                  <a:pos x="1786" y="48"/>
                </a:cxn>
                <a:cxn ang="0">
                  <a:pos x="1525" y="36"/>
                </a:cxn>
                <a:cxn ang="0">
                  <a:pos x="1195" y="45"/>
                </a:cxn>
                <a:cxn ang="0">
                  <a:pos x="817" y="39"/>
                </a:cxn>
                <a:cxn ang="0">
                  <a:pos x="499" y="27"/>
                </a:cxn>
                <a:cxn ang="0">
                  <a:pos x="136" y="39"/>
                </a:cxn>
                <a:cxn ang="0">
                  <a:pos x="10" y="33"/>
                </a:cxn>
                <a:cxn ang="0">
                  <a:pos x="76" y="24"/>
                </a:cxn>
                <a:cxn ang="0">
                  <a:pos x="310" y="18"/>
                </a:cxn>
                <a:cxn ang="0">
                  <a:pos x="544" y="0"/>
                </a:cxn>
                <a:cxn ang="0">
                  <a:pos x="853" y="21"/>
                </a:cxn>
                <a:cxn ang="0">
                  <a:pos x="1114" y="21"/>
                </a:cxn>
                <a:cxn ang="0">
                  <a:pos x="1399" y="3"/>
                </a:cxn>
                <a:cxn ang="0">
                  <a:pos x="1588" y="9"/>
                </a:cxn>
                <a:cxn ang="0">
                  <a:pos x="1807" y="21"/>
                </a:cxn>
                <a:cxn ang="0">
                  <a:pos x="2035" y="12"/>
                </a:cxn>
                <a:cxn ang="0">
                  <a:pos x="2290" y="18"/>
                </a:cxn>
                <a:cxn ang="0">
                  <a:pos x="2596" y="3"/>
                </a:cxn>
                <a:cxn ang="0">
                  <a:pos x="2641" y="6"/>
                </a:cxn>
              </a:cxnLst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Freeform 28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>
                <a:cxn ang="0">
                  <a:pos x="1893" y="39"/>
                </a:cxn>
                <a:cxn ang="0">
                  <a:pos x="1578" y="45"/>
                </a:cxn>
                <a:cxn ang="0">
                  <a:pos x="1011" y="60"/>
                </a:cxn>
                <a:cxn ang="0">
                  <a:pos x="438" y="57"/>
                </a:cxn>
                <a:cxn ang="0">
                  <a:pos x="0" y="36"/>
                </a:cxn>
                <a:cxn ang="0">
                  <a:pos x="0" y="3"/>
                </a:cxn>
                <a:cxn ang="0">
                  <a:pos x="210" y="18"/>
                </a:cxn>
                <a:cxn ang="0">
                  <a:pos x="474" y="21"/>
                </a:cxn>
                <a:cxn ang="0">
                  <a:pos x="678" y="9"/>
                </a:cxn>
                <a:cxn ang="0">
                  <a:pos x="897" y="9"/>
                </a:cxn>
                <a:cxn ang="0">
                  <a:pos x="1167" y="30"/>
                </a:cxn>
                <a:cxn ang="0">
                  <a:pos x="1500" y="24"/>
                </a:cxn>
                <a:cxn ang="0">
                  <a:pos x="1758" y="3"/>
                </a:cxn>
                <a:cxn ang="0">
                  <a:pos x="1938" y="18"/>
                </a:cxn>
                <a:cxn ang="0">
                  <a:pos x="2034" y="33"/>
                </a:cxn>
                <a:cxn ang="0">
                  <a:pos x="1893" y="39"/>
                </a:cxn>
              </a:cxnLst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28" name="Rectangle 29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30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151" name="Rectangle 3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2006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52" name="Rectangle 3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53" name="Rectangle 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70550-76A1-4D7E-8BC1-C50F807097C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Date Placeholder 3"/>
          <p:cNvSpPr txBox="1">
            <a:spLocks noGrp="1"/>
          </p:cNvSpPr>
          <p:nvPr>
            <p:ph type="dt" sz="half" idx="10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SzTx/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2024</a:t>
            </a:r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5123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SzTx/>
              <a:buNone/>
            </a:pPr>
            <a:fld id="{9A0DB2DC-4C9A-4742-B13C-FB6460FD3503}" type="slidenum">
              <a:rPr lang="zh-CN" altLang="en-US" sz="1400" dirty="0">
                <a:latin typeface="Times New Roman" panose="02020603050405020304" pitchFamily="18" charset="0"/>
              </a:rPr>
            </a:fld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" y="44450"/>
            <a:ext cx="8980170" cy="58991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sng" strike="noStrike" kern="0" cap="none" spc="0" normalizeH="0" baseline="0" noProof="0" smtClean="0">
                <a:ln>
                  <a:noFill/>
                </a:ln>
                <a:solidFill>
                  <a:srgbClr val="1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舒体" pitchFamily="2" charset="-122"/>
                <a:ea typeface="方正舒体" pitchFamily="2" charset="-122"/>
                <a:cs typeface="+mj-cs"/>
              </a:rPr>
              <a:t>请各位同学准备笔记本电脑，并从ftp://10.13.0.10/下载相关软件：VC++6.0，OpenGL开发库，以及程序范例（2020文件夹下面），仿照案例完成第一次实验，下周六以内提交</a:t>
            </a:r>
            <a:r>
              <a:rPr lang="zh-CN" altLang="en-US" sz="1200" b="1" u="sng" noProof="0" smtClean="0">
                <a:ln>
                  <a:noFill/>
                </a:ln>
                <a:solidFill>
                  <a:srgbClr val="1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舒体" pitchFamily="2" charset="-122"/>
                <a:ea typeface="方正舒体" pitchFamily="2" charset="-122"/>
                <a:sym typeface="+mn-ea"/>
              </a:rPr>
              <a:t>（202</a:t>
            </a:r>
            <a:r>
              <a:rPr lang="en-US" altLang="zh-CN" sz="1200" b="1" u="sng" noProof="0" smtClean="0">
                <a:ln>
                  <a:noFill/>
                </a:ln>
                <a:solidFill>
                  <a:srgbClr val="1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舒体" pitchFamily="2" charset="-122"/>
                <a:ea typeface="方正舒体" pitchFamily="2" charset="-122"/>
                <a:sym typeface="+mn-ea"/>
              </a:rPr>
              <a:t>4</a:t>
            </a:r>
            <a:r>
              <a:rPr lang="zh-CN" altLang="en-US" sz="1200" b="1" u="sng" noProof="0" smtClean="0">
                <a:ln>
                  <a:noFill/>
                </a:ln>
                <a:solidFill>
                  <a:srgbClr val="1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舒体" pitchFamily="2" charset="-122"/>
                <a:ea typeface="方正舒体" pitchFamily="2" charset="-122"/>
                <a:sym typeface="+mn-ea"/>
              </a:rPr>
              <a:t>文件夹下面）</a:t>
            </a:r>
            <a:r>
              <a:rPr kumimoji="1" lang="zh-CN" altLang="en-US" sz="1200" b="1" i="0" u="sng" strike="noStrike" kern="0" cap="none" spc="0" normalizeH="0" baseline="0" noProof="0" smtClean="0">
                <a:ln>
                  <a:noFill/>
                </a:ln>
                <a:solidFill>
                  <a:srgbClr val="1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舒体" pitchFamily="2" charset="-122"/>
                <a:ea typeface="方正舒体" pitchFamily="2" charset="-122"/>
                <a:cs typeface="+mj-cs"/>
              </a:rPr>
              <a:t>。完成后可以继续</a:t>
            </a:r>
            <a:r>
              <a:rPr kumimoji="1" lang="zh-CN" altLang="en-US" sz="1200" b="1" i="0" u="sng" strike="noStrike" kern="0" cap="none" spc="0" normalizeH="0" baseline="0" noProof="0" smtClean="0">
                <a:ln>
                  <a:noFill/>
                </a:ln>
                <a:solidFill>
                  <a:srgbClr val="1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舒体" pitchFamily="2" charset="-122"/>
                <a:ea typeface="方正舒体" pitchFamily="2" charset="-122"/>
                <a:cs typeface="+mj-cs"/>
              </a:rPr>
              <a:t>第二次实验。</a:t>
            </a:r>
            <a:endParaRPr kumimoji="1" lang="zh-CN" altLang="en-US" sz="1200" b="1" i="0" u="sng" strike="noStrike" kern="0" cap="none" spc="0" normalizeH="0" baseline="0" noProof="0" smtClean="0">
              <a:ln>
                <a:noFill/>
              </a:ln>
              <a:solidFill>
                <a:srgbClr val="1929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方正舒体" pitchFamily="2" charset="-122"/>
              <a:ea typeface="方正舒体" pitchFamily="2" charset="-122"/>
              <a:cs typeface="+mj-cs"/>
            </a:endParaRPr>
          </a:p>
        </p:txBody>
      </p:sp>
      <p:sp>
        <p:nvSpPr>
          <p:cNvPr id="5125" name="Rectangle 5"/>
          <p:cNvSpPr>
            <a:spLocks noGrp="1"/>
          </p:cNvSpPr>
          <p:nvPr>
            <p:ph idx="1"/>
          </p:nvPr>
        </p:nvSpPr>
        <p:spPr>
          <a:xfrm>
            <a:off x="179070" y="836930"/>
            <a:ext cx="8803640" cy="5581650"/>
          </a:xfrm>
        </p:spPr>
        <p:txBody>
          <a:bodyPr vert="horz" wrap="square" lIns="91440" tIns="45720" rIns="91440" bIns="45720" anchor="t" anchorCtr="0"/>
          <a:p>
            <a:pPr marL="0" indent="0" algn="ctr" eaLnBrk="1" hangingPunct="1">
              <a:lnSpc>
                <a:spcPct val="80000"/>
              </a:lnSpc>
              <a:buNone/>
            </a:pPr>
            <a:r>
              <a:rPr lang="zh-CN" altLang="en-US" sz="4000" b="1" noProof="0" dirty="0" smtClean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舒体" pitchFamily="2" charset="-122"/>
                <a:ea typeface="方正舒体" pitchFamily="2" charset="-122"/>
                <a:cs typeface="+mj-cs"/>
                <a:sym typeface="+mn-ea"/>
              </a:rPr>
              <a:t>第一次实验</a:t>
            </a:r>
            <a:endParaRPr lang="zh-CN" altLang="en-US" sz="4000" b="1" noProof="0" dirty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方正舒体" pitchFamily="2" charset="-122"/>
              <a:ea typeface="方正舒体" pitchFamily="2" charset="-122"/>
              <a:cs typeface="+mj-cs"/>
              <a:sym typeface="+mn-ea"/>
            </a:endParaRPr>
          </a:p>
          <a:p>
            <a:pPr marL="0" indent="0" algn="ctr" eaLnBrk="1" hangingPunct="1">
              <a:lnSpc>
                <a:spcPct val="80000"/>
              </a:lnSpc>
              <a:buNone/>
            </a:pP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方正舒体" pitchFamily="2" charset="-122"/>
              <a:ea typeface="方正舒体" pitchFamily="2" charset="-122"/>
              <a:cs typeface="+mj-cs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b="1" dirty="0">
                <a:solidFill>
                  <a:srgbClr val="020202"/>
                </a:solidFill>
              </a:rPr>
              <a:t>1</a:t>
            </a:r>
            <a:r>
              <a:rPr lang="zh-CN" altLang="en-US" sz="2400" b="1" dirty="0">
                <a:solidFill>
                  <a:srgbClr val="020202"/>
                </a:solidFill>
              </a:rPr>
              <a:t>、使用微软二维图形</a:t>
            </a:r>
            <a:r>
              <a:rPr lang="en-US" altLang="zh-CN" sz="2400" b="1" dirty="0">
                <a:solidFill>
                  <a:srgbClr val="020202"/>
                </a:solidFill>
              </a:rPr>
              <a:t>API</a:t>
            </a:r>
            <a:r>
              <a:rPr lang="zh-CN" altLang="en-US" sz="2400" b="1" dirty="0">
                <a:solidFill>
                  <a:srgbClr val="020202"/>
                </a:solidFill>
                <a:sym typeface="+mn-ea"/>
              </a:rPr>
              <a:t>的</a:t>
            </a:r>
            <a:r>
              <a:rPr lang="en-US" altLang="zh-CN" sz="2400" b="1" dirty="0">
                <a:solidFill>
                  <a:srgbClr val="020202"/>
                </a:solidFill>
              </a:rPr>
              <a:t>GDI</a:t>
            </a:r>
            <a:r>
              <a:rPr lang="zh-CN" altLang="en-US" sz="2400" b="1" dirty="0">
                <a:solidFill>
                  <a:srgbClr val="020202"/>
                </a:solidFill>
              </a:rPr>
              <a:t>基本几何元素</a:t>
            </a:r>
            <a:r>
              <a:rPr lang="zh-CN" altLang="en-US" sz="2400" b="1" dirty="0">
                <a:solidFill>
                  <a:srgbClr val="020202"/>
                </a:solidFill>
                <a:sym typeface="+mn-ea"/>
              </a:rPr>
              <a:t>函数</a:t>
            </a:r>
            <a:r>
              <a:rPr lang="zh-CN" altLang="en-US" sz="2400" b="1" dirty="0">
                <a:solidFill>
                  <a:srgbClr val="020202"/>
                </a:solidFill>
              </a:rPr>
              <a:t>，</a:t>
            </a:r>
            <a:r>
              <a:rPr lang="zh-CN" altLang="en-US" sz="2400" b="1" dirty="0">
                <a:solidFill>
                  <a:srgbClr val="020202"/>
                </a:solidFill>
                <a:sym typeface="+mn-ea"/>
              </a:rPr>
              <a:t>绘制</a:t>
            </a:r>
            <a:r>
              <a:rPr lang="zh-CN" altLang="en-US" sz="2400" b="1" dirty="0">
                <a:solidFill>
                  <a:srgbClr val="020202"/>
                </a:solidFill>
              </a:rPr>
              <a:t>一个机器人外形，包括头部（眼睛、鼻子，嘴）、身体和四肢。</a:t>
            </a:r>
            <a:endParaRPr lang="en-US" altLang="zh-CN" sz="2400" b="1" dirty="0">
              <a:solidFill>
                <a:srgbClr val="020202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400" b="1" dirty="0">
              <a:solidFill>
                <a:srgbClr val="02020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b="1" dirty="0">
                <a:solidFill>
                  <a:srgbClr val="020202"/>
                </a:solidFill>
              </a:rPr>
              <a:t>2</a:t>
            </a:r>
            <a:r>
              <a:rPr lang="zh-CN" altLang="en-US" sz="2400" b="1" dirty="0">
                <a:solidFill>
                  <a:srgbClr val="020202"/>
                </a:solidFill>
              </a:rPr>
              <a:t>、使用</a:t>
            </a:r>
            <a:r>
              <a:rPr lang="en-US" altLang="zh-CN" sz="2400" b="1" dirty="0">
                <a:solidFill>
                  <a:srgbClr val="020202"/>
                </a:solidFill>
              </a:rPr>
              <a:t>GDI</a:t>
            </a:r>
            <a:r>
              <a:rPr lang="zh-CN" altLang="en-US" sz="2400" b="1" dirty="0">
                <a:solidFill>
                  <a:srgbClr val="020202"/>
                </a:solidFill>
              </a:rPr>
              <a:t>函数显示一幅油画，并给该图像添加相框。</a:t>
            </a:r>
            <a:endParaRPr lang="zh-CN" altLang="en-US" sz="2400" b="1" dirty="0">
              <a:solidFill>
                <a:srgbClr val="020202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400" b="1" dirty="0">
              <a:solidFill>
                <a:srgbClr val="02020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b="1" dirty="0">
                <a:solidFill>
                  <a:srgbClr val="020202"/>
                </a:solidFill>
              </a:rPr>
              <a:t>3</a:t>
            </a:r>
            <a:r>
              <a:rPr lang="zh-CN" altLang="en-US" sz="2400" b="1" dirty="0">
                <a:solidFill>
                  <a:srgbClr val="020202"/>
                </a:solidFill>
              </a:rPr>
              <a:t>、仿照老师给出的例程，使用</a:t>
            </a:r>
            <a:r>
              <a:rPr lang="en-US" altLang="zh-CN" sz="2400" b="1" dirty="0">
                <a:solidFill>
                  <a:srgbClr val="020202"/>
                </a:solidFill>
                <a:sym typeface="+mn-ea"/>
              </a:rPr>
              <a:t>GDI</a:t>
            </a:r>
            <a:r>
              <a:rPr lang="zh-CN" altLang="en-US" sz="2400" b="1" dirty="0">
                <a:solidFill>
                  <a:srgbClr val="020202"/>
                </a:solidFill>
                <a:sym typeface="+mn-ea"/>
              </a:rPr>
              <a:t>函数完成吹泡泡游戏。</a:t>
            </a:r>
            <a:endParaRPr lang="en-US" altLang="zh-CN" sz="2400" b="1" dirty="0">
              <a:solidFill>
                <a:srgbClr val="020202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400" b="1" dirty="0">
              <a:solidFill>
                <a:srgbClr val="020202"/>
              </a:solidFill>
            </a:endParaRPr>
          </a:p>
          <a:p>
            <a:pPr eaLnBrk="1" hangingPunct="1"/>
            <a:r>
              <a:rPr lang="en-US" altLang="zh-CN" sz="2400" b="1" dirty="0">
                <a:solidFill>
                  <a:srgbClr val="020202"/>
                </a:solidFill>
              </a:rPr>
              <a:t>4</a:t>
            </a:r>
            <a:r>
              <a:rPr lang="zh-CN" altLang="en-US" sz="2400" b="1" dirty="0">
                <a:solidFill>
                  <a:srgbClr val="020202"/>
                </a:solidFill>
              </a:rPr>
              <a:t>、使用三维图形软件技术</a:t>
            </a:r>
            <a:r>
              <a:rPr lang="en-US" altLang="zh-CN" sz="2400" b="1" dirty="0">
                <a:solidFill>
                  <a:srgbClr val="020202"/>
                </a:solidFill>
              </a:rPr>
              <a:t>OpenGL</a:t>
            </a:r>
            <a:r>
              <a:rPr lang="zh-CN" altLang="en-US" sz="2400" b="1" dirty="0">
                <a:solidFill>
                  <a:srgbClr val="020202"/>
                </a:solidFill>
              </a:rPr>
              <a:t>完成一个控制台程序，要求</a:t>
            </a:r>
            <a:r>
              <a:rPr lang="zh-CN" altLang="en-US" sz="2400" b="1" dirty="0">
                <a:solidFill>
                  <a:srgbClr val="020202"/>
                </a:solidFill>
                <a:sym typeface="+mn-ea"/>
              </a:rPr>
              <a:t>绘制</a:t>
            </a:r>
            <a:r>
              <a:rPr lang="zh-CN" altLang="en-US" sz="2400" b="1" dirty="0">
                <a:solidFill>
                  <a:srgbClr val="020202"/>
                </a:solidFill>
                <a:sym typeface="+mn-ea"/>
              </a:rPr>
              <a:t>一个机器人外形，包括头部（眼睛、鼻子，嘴）、身体和四肢</a:t>
            </a:r>
            <a:r>
              <a:rPr lang="zh-CN" altLang="en-US" sz="2400" b="1" dirty="0">
                <a:solidFill>
                  <a:srgbClr val="020202"/>
                </a:solidFill>
              </a:rPr>
              <a:t>。在其旁边有一张桌子，桌子上摆放一个茶壶。</a:t>
            </a:r>
            <a:endParaRPr lang="zh-CN" altLang="en-US" sz="2400" b="1" dirty="0">
              <a:solidFill>
                <a:srgbClr val="020202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59e535a0-00af-4ff3-8ac0-14a56041223a"/>
  <p:tag name="COMMONDATA" val="eyJoZGlkIjoiYTBhNTg0YzMwMzNlNmNiYThkMGJlYjE2YTUxNzc4OTYifQ=="/>
  <p:tag name="commondata" val="eyJoZGlkIjoiYWNmY2M1YzEwMTk1YTM4NDE3NmYzNzhmYjYyYjhiYTEifQ=="/>
</p:tagLst>
</file>

<file path=ppt/theme/theme1.xml><?xml version="1.0" encoding="utf-8"?>
<a:theme xmlns:a="http://schemas.openxmlformats.org/drawingml/2006/main" name="Sumi Painting">
  <a:themeElements>
    <a:clrScheme name="Sumi Painting 1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9595FF"/>
      </a:hlink>
      <a:folHlink>
        <a:srgbClr val="8888AE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Designs\Sumi Painting.pot</Template>
  <TotalTime>0</TotalTime>
  <Words>318</Words>
  <Application>WPS 演示</Application>
  <PresentationFormat>全屏显示(4:3)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Tahoma</vt:lpstr>
      <vt:lpstr>方正舒体</vt:lpstr>
      <vt:lpstr>微软雅黑</vt:lpstr>
      <vt:lpstr>Arial Unicode MS</vt:lpstr>
      <vt:lpstr>Sumi Painting</vt:lpstr>
      <vt:lpstr>请各位同学准备笔记本电脑，并从ftp://10.13.0.10/下载相关软件：VC++6.0，OpenGL开发库，以及程序范例（2020文件夹下面），仿照案例完成第一次实验，下周六以内提交。完成后可以继续第二次实验。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五子</cp:lastModifiedBy>
  <cp:revision>439</cp:revision>
  <dcterms:created xsi:type="dcterms:W3CDTF">2022-10-23T04:35:00Z</dcterms:created>
  <dcterms:modified xsi:type="dcterms:W3CDTF">2024-11-02T01:06:36Z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9FDC7A969D544876862081FCA1F02C8C</vt:lpwstr>
  </property>
  <property fmtid="{D5CDD505-2E9C-101B-9397-08002B2CF9AE}" pid="3" name="KSOProductBuildVer">
    <vt:lpwstr>2052-12.1.0.18608</vt:lpwstr>
  </property>
</Properties>
</file>